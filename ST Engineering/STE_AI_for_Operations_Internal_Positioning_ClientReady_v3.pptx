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151596-4C08-6840-8C9D-7FD4B836A645}" v="2" dt="2026-02-05T11:15:23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48"/>
    <p:restoredTop sz="94610"/>
  </p:normalViewPr>
  <p:slideViewPr>
    <p:cSldViewPr snapToGrid="0" snapToObjects="1">
      <p:cViewPr>
        <p:scale>
          <a:sx n="164" d="100"/>
          <a:sy n="164" d="100"/>
        </p:scale>
        <p:origin x="66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gio, Carlos" userId="45a16e52-64c8-41e0-8b44-9f3cdbec7bb9" providerId="ADAL" clId="{20DB64F3-F6DE-540B-A4EB-F69FB8CB84DB}"/>
    <pc:docChg chg="undo custSel modSld">
      <pc:chgData name="Aggio, Carlos" userId="45a16e52-64c8-41e0-8b44-9f3cdbec7bb9" providerId="ADAL" clId="{20DB64F3-F6DE-540B-A4EB-F69FB8CB84DB}" dt="2026-02-05T11:15:44.019" v="420" actId="20577"/>
      <pc:docMkLst>
        <pc:docMk/>
      </pc:docMkLst>
      <pc:sldChg chg="delSp modSp mod">
        <pc:chgData name="Aggio, Carlos" userId="45a16e52-64c8-41e0-8b44-9f3cdbec7bb9" providerId="ADAL" clId="{20DB64F3-F6DE-540B-A4EB-F69FB8CB84DB}" dt="2026-01-29T03:44:56.806" v="150" actId="1076"/>
        <pc:sldMkLst>
          <pc:docMk/>
          <pc:sldMk cId="0" sldId="256"/>
        </pc:sldMkLst>
        <pc:spChg chg="mod">
          <ac:chgData name="Aggio, Carlos" userId="45a16e52-64c8-41e0-8b44-9f3cdbec7bb9" providerId="ADAL" clId="{20DB64F3-F6DE-540B-A4EB-F69FB8CB84DB}" dt="2026-01-29T03:44:56.806" v="150" actId="1076"/>
          <ac:spMkLst>
            <pc:docMk/>
            <pc:sldMk cId="0" sldId="256"/>
            <ac:spMk id="12" creationId="{00000000-0000-0000-0000-000000000000}"/>
          </ac:spMkLst>
        </pc:spChg>
      </pc:sldChg>
      <pc:sldChg chg="delSp modSp mod">
        <pc:chgData name="Aggio, Carlos" userId="45a16e52-64c8-41e0-8b44-9f3cdbec7bb9" providerId="ADAL" clId="{20DB64F3-F6DE-540B-A4EB-F69FB8CB84DB}" dt="2026-01-29T03:43:36.371" v="99" actId="478"/>
        <pc:sldMkLst>
          <pc:docMk/>
          <pc:sldMk cId="0" sldId="257"/>
        </pc:sldMkLst>
        <pc:spChg chg="mod">
          <ac:chgData name="Aggio, Carlos" userId="45a16e52-64c8-41e0-8b44-9f3cdbec7bb9" providerId="ADAL" clId="{20DB64F3-F6DE-540B-A4EB-F69FB8CB84DB}" dt="2026-01-29T03:42:00.521" v="38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2:15.304" v="48" actId="1035"/>
          <ac:spMkLst>
            <pc:docMk/>
            <pc:sldMk cId="0" sldId="257"/>
            <ac:spMk id="5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1:52.685" v="29" actId="404"/>
          <ac:spMkLst>
            <pc:docMk/>
            <pc:sldMk cId="0" sldId="257"/>
            <ac:spMk id="6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2:44.437" v="60" actId="404"/>
          <ac:spMkLst>
            <pc:docMk/>
            <pc:sldMk cId="0" sldId="257"/>
            <ac:spMk id="9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3:24.899" v="96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2:42.120" v="59" actId="404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3:22.867" v="95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3:04.256" v="75" actId="103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3:04.256" v="75" actId="103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3:16.822" v="92" actId="103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3:04.256" v="75" actId="1035"/>
          <ac:spMkLst>
            <pc:docMk/>
            <pc:sldMk cId="0" sldId="257"/>
            <ac:spMk id="19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3:04.256" v="75" actId="1035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3:16.822" v="92" actId="103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3:04.256" v="75" actId="1035"/>
          <ac:spMkLst>
            <pc:docMk/>
            <pc:sldMk cId="0" sldId="257"/>
            <ac:spMk id="23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3:04.256" v="75" actId="1035"/>
          <ac:spMkLst>
            <pc:docMk/>
            <pc:sldMk cId="0" sldId="257"/>
            <ac:spMk id="24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3:16.822" v="92" actId="1035"/>
          <ac:spMkLst>
            <pc:docMk/>
            <pc:sldMk cId="0" sldId="257"/>
            <ac:spMk id="25" creationId="{00000000-0000-0000-0000-000000000000}"/>
          </ac:spMkLst>
        </pc:spChg>
      </pc:sldChg>
      <pc:sldChg chg="delSp modSp mod">
        <pc:chgData name="Aggio, Carlos" userId="45a16e52-64c8-41e0-8b44-9f3cdbec7bb9" providerId="ADAL" clId="{20DB64F3-F6DE-540B-A4EB-F69FB8CB84DB}" dt="2026-01-29T03:44:30.152" v="145" actId="404"/>
        <pc:sldMkLst>
          <pc:docMk/>
          <pc:sldMk cId="0" sldId="258"/>
        </pc:sldMkLst>
        <pc:spChg chg="mod">
          <ac:chgData name="Aggio, Carlos" userId="45a16e52-64c8-41e0-8b44-9f3cdbec7bb9" providerId="ADAL" clId="{20DB64F3-F6DE-540B-A4EB-F69FB8CB84DB}" dt="2026-01-29T03:43:59.755" v="120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3:56.033" v="119" actId="10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4:02.291" v="121" actId="404"/>
          <ac:spMkLst>
            <pc:docMk/>
            <pc:sldMk cId="0" sldId="258"/>
            <ac:spMk id="6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4:05.838" v="124" actId="103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4:30.152" v="145" actId="404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4:30.152" v="145" actId="404"/>
          <ac:spMkLst>
            <pc:docMk/>
            <pc:sldMk cId="0" sldId="258"/>
            <ac:spMk id="12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4:08.597" v="126" actId="103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4:30.152" v="145" actId="404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4:30.152" v="145" actId="404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4:14.994" v="134" actId="404"/>
          <ac:spMkLst>
            <pc:docMk/>
            <pc:sldMk cId="0" sldId="258"/>
            <ac:spMk id="20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4:30.152" v="145" actId="404"/>
          <ac:spMkLst>
            <pc:docMk/>
            <pc:sldMk cId="0" sldId="258"/>
            <ac:spMk id="21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4:30.152" v="145" actId="404"/>
          <ac:spMkLst>
            <pc:docMk/>
            <pc:sldMk cId="0" sldId="258"/>
            <ac:spMk id="22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4:18.752" v="136" actId="1035"/>
          <ac:spMkLst>
            <pc:docMk/>
            <pc:sldMk cId="0" sldId="258"/>
            <ac:spMk id="25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4:30.152" v="145" actId="404"/>
          <ac:spMkLst>
            <pc:docMk/>
            <pc:sldMk cId="0" sldId="258"/>
            <ac:spMk id="26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4:30.152" v="145" actId="404"/>
          <ac:spMkLst>
            <pc:docMk/>
            <pc:sldMk cId="0" sldId="258"/>
            <ac:spMk id="27" creationId="{00000000-0000-0000-0000-000000000000}"/>
          </ac:spMkLst>
        </pc:spChg>
      </pc:sldChg>
      <pc:sldChg chg="delSp modSp mod">
        <pc:chgData name="Aggio, Carlos" userId="45a16e52-64c8-41e0-8b44-9f3cdbec7bb9" providerId="ADAL" clId="{20DB64F3-F6DE-540B-A4EB-F69FB8CB84DB}" dt="2026-02-05T10:36:44.540" v="248" actId="404"/>
        <pc:sldMkLst>
          <pc:docMk/>
          <pc:sldMk cId="0" sldId="259"/>
        </pc:sldMkLst>
        <pc:spChg chg="mod">
          <ac:chgData name="Aggio, Carlos" userId="45a16e52-64c8-41e0-8b44-9f3cdbec7bb9" providerId="ADAL" clId="{20DB64F3-F6DE-540B-A4EB-F69FB8CB84DB}" dt="2026-02-05T10:30:33.488" v="182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0:28.576" v="180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0:37.559" v="183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0:40.904" v="185" actId="404"/>
          <ac:spMkLst>
            <pc:docMk/>
            <pc:sldMk cId="0" sldId="259"/>
            <ac:spMk id="6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6:44.540" v="248" actId="40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6:44.540" v="248" actId="40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6:41.230" v="247" actId="40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6:41.230" v="247" actId="404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1:08.805" v="187" actId="20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1:16.169" v="194" actId="1035"/>
          <ac:spMkLst>
            <pc:docMk/>
            <pc:sldMk cId="0" sldId="259"/>
            <ac:spMk id="25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1:26.457" v="197" actId="478"/>
          <ac:spMkLst>
            <pc:docMk/>
            <pc:sldMk cId="0" sldId="259"/>
            <ac:spMk id="27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1:17.703" v="195" actId="478"/>
          <ac:spMkLst>
            <pc:docMk/>
            <pc:sldMk cId="0" sldId="259"/>
            <ac:spMk id="28" creationId="{00000000-0000-0000-0000-000000000000}"/>
          </ac:spMkLst>
        </pc:spChg>
      </pc:sldChg>
      <pc:sldChg chg="delSp modSp mod">
        <pc:chgData name="Aggio, Carlos" userId="45a16e52-64c8-41e0-8b44-9f3cdbec7bb9" providerId="ADAL" clId="{20DB64F3-F6DE-540B-A4EB-F69FB8CB84DB}" dt="2026-02-05T10:31:23.974" v="196" actId="478"/>
        <pc:sldMkLst>
          <pc:docMk/>
          <pc:sldMk cId="0" sldId="260"/>
        </pc:sldMkLst>
        <pc:spChg chg="mod">
          <ac:chgData name="Aggio, Carlos" userId="45a16e52-64c8-41e0-8b44-9f3cdbec7bb9" providerId="ADAL" clId="{20DB64F3-F6DE-540B-A4EB-F69FB8CB84DB}" dt="2026-02-05T10:30:21.499" v="179" actId="10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0:18.667" v="171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29:22.867" v="161" actId="1035"/>
          <ac:spMkLst>
            <pc:docMk/>
            <pc:sldMk cId="0" sldId="260"/>
            <ac:spMk id="6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29:32.956" v="162" actId="14100"/>
          <ac:spMkLst>
            <pc:docMk/>
            <pc:sldMk cId="0" sldId="260"/>
            <ac:spMk id="23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29:48.013" v="166" actId="14100"/>
          <ac:spMkLst>
            <pc:docMk/>
            <pc:sldMk cId="0" sldId="260"/>
            <ac:spMk id="26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0:00.155" v="170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29:57.375" v="169" actId="1076"/>
          <ac:spMkLst>
            <pc:docMk/>
            <pc:sldMk cId="0" sldId="260"/>
            <ac:spMk id="28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1:23.974" v="196" actId="478"/>
          <ac:spMkLst>
            <pc:docMk/>
            <pc:sldMk cId="0" sldId="260"/>
            <ac:spMk id="30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29:39.279" v="164" actId="478"/>
          <ac:spMkLst>
            <pc:docMk/>
            <pc:sldMk cId="0" sldId="260"/>
            <ac:spMk id="31" creationId="{00000000-0000-0000-0000-000000000000}"/>
          </ac:spMkLst>
        </pc:spChg>
      </pc:sldChg>
      <pc:sldChg chg="delSp mod">
        <pc:chgData name="Aggio, Carlos" userId="45a16e52-64c8-41e0-8b44-9f3cdbec7bb9" providerId="ADAL" clId="{20DB64F3-F6DE-540B-A4EB-F69FB8CB84DB}" dt="2026-02-05T10:33:44.607" v="206" actId="478"/>
        <pc:sldMkLst>
          <pc:docMk/>
          <pc:sldMk cId="0" sldId="261"/>
        </pc:sldMkLst>
        <pc:spChg chg="del">
          <ac:chgData name="Aggio, Carlos" userId="45a16e52-64c8-41e0-8b44-9f3cdbec7bb9" providerId="ADAL" clId="{20DB64F3-F6DE-540B-A4EB-F69FB8CB84DB}" dt="2026-02-05T10:33:43.177" v="205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3:44.607" v="206" actId="478"/>
          <ac:spMkLst>
            <pc:docMk/>
            <pc:sldMk cId="0" sldId="261"/>
            <ac:spMk id="8" creationId="{00000000-0000-0000-0000-000000000000}"/>
          </ac:spMkLst>
        </pc:spChg>
      </pc:sldChg>
      <pc:sldChg chg="delSp mod">
        <pc:chgData name="Aggio, Carlos" userId="45a16e52-64c8-41e0-8b44-9f3cdbec7bb9" providerId="ADAL" clId="{20DB64F3-F6DE-540B-A4EB-F69FB8CB84DB}" dt="2026-02-05T10:31:50.577" v="201" actId="478"/>
        <pc:sldMkLst>
          <pc:docMk/>
          <pc:sldMk cId="0" sldId="262"/>
        </pc:sldMkLst>
        <pc:spChg chg="del">
          <ac:chgData name="Aggio, Carlos" userId="45a16e52-64c8-41e0-8b44-9f3cdbec7bb9" providerId="ADAL" clId="{20DB64F3-F6DE-540B-A4EB-F69FB8CB84DB}" dt="2026-02-05T10:31:49.134" v="200" actId="478"/>
          <ac:spMkLst>
            <pc:docMk/>
            <pc:sldMk cId="0" sldId="262"/>
            <ac:spMk id="32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1:50.577" v="201" actId="478"/>
          <ac:spMkLst>
            <pc:docMk/>
            <pc:sldMk cId="0" sldId="262"/>
            <ac:spMk id="33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1:47.282" v="199" actId="478"/>
          <ac:spMkLst>
            <pc:docMk/>
            <pc:sldMk cId="0" sldId="262"/>
            <ac:spMk id="34" creationId="{00000000-0000-0000-0000-000000000000}"/>
          </ac:spMkLst>
        </pc:spChg>
      </pc:sldChg>
      <pc:sldChg chg="delSp mod">
        <pc:chgData name="Aggio, Carlos" userId="45a16e52-64c8-41e0-8b44-9f3cdbec7bb9" providerId="ADAL" clId="{20DB64F3-F6DE-540B-A4EB-F69FB8CB84DB}" dt="2026-02-05T10:31:55.494" v="203" actId="478"/>
        <pc:sldMkLst>
          <pc:docMk/>
          <pc:sldMk cId="0" sldId="263"/>
        </pc:sldMkLst>
        <pc:spChg chg="del">
          <ac:chgData name="Aggio, Carlos" userId="45a16e52-64c8-41e0-8b44-9f3cdbec7bb9" providerId="ADAL" clId="{20DB64F3-F6DE-540B-A4EB-F69FB8CB84DB}" dt="2026-02-05T10:31:53.819" v="202" actId="478"/>
          <ac:spMkLst>
            <pc:docMk/>
            <pc:sldMk cId="0" sldId="263"/>
            <ac:spMk id="44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1:55.494" v="203" actId="478"/>
          <ac:spMkLst>
            <pc:docMk/>
            <pc:sldMk cId="0" sldId="263"/>
            <ac:spMk id="45" creationId="{00000000-0000-0000-0000-000000000000}"/>
          </ac:spMkLst>
        </pc:spChg>
      </pc:sldChg>
      <pc:sldChg chg="delSp mod">
        <pc:chgData name="Aggio, Carlos" userId="45a16e52-64c8-41e0-8b44-9f3cdbec7bb9" providerId="ADAL" clId="{20DB64F3-F6DE-540B-A4EB-F69FB8CB84DB}" dt="2026-02-05T10:33:52.295" v="207" actId="478"/>
        <pc:sldMkLst>
          <pc:docMk/>
          <pc:sldMk cId="0" sldId="264"/>
        </pc:sldMkLst>
        <pc:spChg chg="del">
          <ac:chgData name="Aggio, Carlos" userId="45a16e52-64c8-41e0-8b44-9f3cdbec7bb9" providerId="ADAL" clId="{20DB64F3-F6DE-540B-A4EB-F69FB8CB84DB}" dt="2026-02-05T10:33:52.295" v="207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2:02.463" v="204" actId="478"/>
          <ac:spMkLst>
            <pc:docMk/>
            <pc:sldMk cId="0" sldId="264"/>
            <ac:spMk id="8" creationId="{00000000-0000-0000-0000-000000000000}"/>
          </ac:spMkLst>
        </pc:spChg>
      </pc:sldChg>
      <pc:sldChg chg="delSp modSp mod">
        <pc:chgData name="Aggio, Carlos" userId="45a16e52-64c8-41e0-8b44-9f3cdbec7bb9" providerId="ADAL" clId="{20DB64F3-F6DE-540B-A4EB-F69FB8CB84DB}" dt="2026-02-05T11:15:44.019" v="420" actId="20577"/>
        <pc:sldMkLst>
          <pc:docMk/>
          <pc:sldMk cId="0" sldId="265"/>
        </pc:sldMkLst>
        <pc:spChg chg="mod">
          <ac:chgData name="Aggio, Carlos" userId="45a16e52-64c8-41e0-8b44-9f3cdbec7bb9" providerId="ADAL" clId="{20DB64F3-F6DE-540B-A4EB-F69FB8CB84DB}" dt="2026-02-05T11:07:07.229" v="34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1:15:44.019" v="420" actId="20577"/>
          <ac:spMkLst>
            <pc:docMk/>
            <pc:sldMk cId="0" sldId="265"/>
            <ac:spMk id="27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3:57.556" v="208" actId="478"/>
          <ac:spMkLst>
            <pc:docMk/>
            <pc:sldMk cId="0" sldId="265"/>
            <ac:spMk id="33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1:38.454" v="198" actId="478"/>
          <ac:spMkLst>
            <pc:docMk/>
            <pc:sldMk cId="0" sldId="265"/>
            <ac:spMk id="34" creationId="{00000000-0000-0000-0000-000000000000}"/>
          </ac:spMkLst>
        </pc:spChg>
      </pc:sldChg>
      <pc:sldChg chg="delSp mod">
        <pc:chgData name="Aggio, Carlos" userId="45a16e52-64c8-41e0-8b44-9f3cdbec7bb9" providerId="ADAL" clId="{20DB64F3-F6DE-540B-A4EB-F69FB8CB84DB}" dt="2026-02-05T10:34:03.292" v="209" actId="478"/>
        <pc:sldMkLst>
          <pc:docMk/>
          <pc:sldMk cId="0" sldId="266"/>
        </pc:sldMkLst>
        <pc:spChg chg="del">
          <ac:chgData name="Aggio, Carlos" userId="45a16e52-64c8-41e0-8b44-9f3cdbec7bb9" providerId="ADAL" clId="{20DB64F3-F6DE-540B-A4EB-F69FB8CB84DB}" dt="2026-02-05T10:34:03.292" v="209" actId="478"/>
          <ac:spMkLst>
            <pc:docMk/>
            <pc:sldMk cId="0" sldId="266"/>
            <ac:spMk id="43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4:03.292" v="209" actId="478"/>
          <ac:spMkLst>
            <pc:docMk/>
            <pc:sldMk cId="0" sldId="266"/>
            <ac:spMk id="44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4:03.292" v="209" actId="478"/>
          <ac:spMkLst>
            <pc:docMk/>
            <pc:sldMk cId="0" sldId="266"/>
            <ac:spMk id="45" creationId="{00000000-0000-0000-0000-000000000000}"/>
          </ac:spMkLst>
        </pc:spChg>
      </pc:sldChg>
      <pc:sldChg chg="delSp mod">
        <pc:chgData name="Aggio, Carlos" userId="45a16e52-64c8-41e0-8b44-9f3cdbec7bb9" providerId="ADAL" clId="{20DB64F3-F6DE-540B-A4EB-F69FB8CB84DB}" dt="2026-02-05T10:34:07.808" v="211" actId="478"/>
        <pc:sldMkLst>
          <pc:docMk/>
          <pc:sldMk cId="0" sldId="267"/>
        </pc:sldMkLst>
        <pc:spChg chg="del">
          <ac:chgData name="Aggio, Carlos" userId="45a16e52-64c8-41e0-8b44-9f3cdbec7bb9" providerId="ADAL" clId="{20DB64F3-F6DE-540B-A4EB-F69FB8CB84DB}" dt="2026-02-05T10:34:06.157" v="210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4:07.808" v="211" actId="478"/>
          <ac:spMkLst>
            <pc:docMk/>
            <pc:sldMk cId="0" sldId="267"/>
            <ac:spMk id="8" creationId="{00000000-0000-0000-0000-000000000000}"/>
          </ac:spMkLst>
        </pc:spChg>
      </pc:sldChg>
      <pc:sldChg chg="delSp mod">
        <pc:chgData name="Aggio, Carlos" userId="45a16e52-64c8-41e0-8b44-9f3cdbec7bb9" providerId="ADAL" clId="{20DB64F3-F6DE-540B-A4EB-F69FB8CB84DB}" dt="2026-02-05T10:34:12.059" v="212" actId="478"/>
        <pc:sldMkLst>
          <pc:docMk/>
          <pc:sldMk cId="0" sldId="268"/>
        </pc:sldMkLst>
        <pc:spChg chg="del">
          <ac:chgData name="Aggio, Carlos" userId="45a16e52-64c8-41e0-8b44-9f3cdbec7bb9" providerId="ADAL" clId="{20DB64F3-F6DE-540B-A4EB-F69FB8CB84DB}" dt="2026-02-05T10:34:12.059" v="212" actId="478"/>
          <ac:spMkLst>
            <pc:docMk/>
            <pc:sldMk cId="0" sldId="268"/>
            <ac:spMk id="33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4:12.059" v="212" actId="478"/>
          <ac:spMkLst>
            <pc:docMk/>
            <pc:sldMk cId="0" sldId="268"/>
            <ac:spMk id="34" creationId="{00000000-0000-0000-0000-000000000000}"/>
          </ac:spMkLst>
        </pc:spChg>
      </pc:sldChg>
      <pc:sldChg chg="delSp modSp mod">
        <pc:chgData name="Aggio, Carlos" userId="45a16e52-64c8-41e0-8b44-9f3cdbec7bb9" providerId="ADAL" clId="{20DB64F3-F6DE-540B-A4EB-F69FB8CB84DB}" dt="2026-02-05T10:34:31.459" v="215" actId="478"/>
        <pc:sldMkLst>
          <pc:docMk/>
          <pc:sldMk cId="0" sldId="269"/>
        </pc:sldMkLst>
        <pc:spChg chg="del">
          <ac:chgData name="Aggio, Carlos" userId="45a16e52-64c8-41e0-8b44-9f3cdbec7bb9" providerId="ADAL" clId="{20DB64F3-F6DE-540B-A4EB-F69FB8CB84DB}" dt="2026-02-05T10:34:29.581" v="213" actId="478"/>
          <ac:spMkLst>
            <pc:docMk/>
            <pc:sldMk cId="0" sldId="269"/>
            <ac:spMk id="27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4:29.581" v="213" actId="478"/>
          <ac:spMkLst>
            <pc:docMk/>
            <pc:sldMk cId="0" sldId="269"/>
            <ac:spMk id="28" creationId="{00000000-0000-0000-0000-000000000000}"/>
          </ac:spMkLst>
        </pc:spChg>
        <pc:spChg chg="del mod">
          <ac:chgData name="Aggio, Carlos" userId="45a16e52-64c8-41e0-8b44-9f3cdbec7bb9" providerId="ADAL" clId="{20DB64F3-F6DE-540B-A4EB-F69FB8CB84DB}" dt="2026-02-05T10:34:31.459" v="215" actId="478"/>
          <ac:spMkLst>
            <pc:docMk/>
            <pc:sldMk cId="0" sldId="269"/>
            <ac:spMk id="29" creationId="{00000000-0000-0000-0000-000000000000}"/>
          </ac:spMkLst>
        </pc:spChg>
      </pc:sldChg>
      <pc:sldChg chg="delSp modSp mod">
        <pc:chgData name="Aggio, Carlos" userId="45a16e52-64c8-41e0-8b44-9f3cdbec7bb9" providerId="ADAL" clId="{20DB64F3-F6DE-540B-A4EB-F69FB8CB84DB}" dt="2026-02-05T10:34:35.299" v="216" actId="478"/>
        <pc:sldMkLst>
          <pc:docMk/>
          <pc:sldMk cId="0" sldId="270"/>
        </pc:sldMkLst>
        <pc:spChg chg="mod">
          <ac:chgData name="Aggio, Carlos" userId="45a16e52-64c8-41e0-8b44-9f3cdbec7bb9" providerId="ADAL" clId="{20DB64F3-F6DE-540B-A4EB-F69FB8CB84DB}" dt="2026-01-29T03:40:42.516" v="3" actId="1035"/>
          <ac:spMkLst>
            <pc:docMk/>
            <pc:sldMk cId="0" sldId="270"/>
            <ac:spMk id="4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0:45.196" v="4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0:48.992" v="6" actId="404"/>
          <ac:spMkLst>
            <pc:docMk/>
            <pc:sldMk cId="0" sldId="270"/>
            <ac:spMk id="6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1:01.806" v="15" actId="404"/>
          <ac:spMkLst>
            <pc:docMk/>
            <pc:sldMk cId="0" sldId="270"/>
            <ac:spMk id="17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1:01.806" v="15" actId="404"/>
          <ac:spMkLst>
            <pc:docMk/>
            <pc:sldMk cId="0" sldId="270"/>
            <ac:spMk id="18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1:01.806" v="15" actId="404"/>
          <ac:spMkLst>
            <pc:docMk/>
            <pc:sldMk cId="0" sldId="270"/>
            <ac:spMk id="19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1:01.806" v="15" actId="404"/>
          <ac:spMkLst>
            <pc:docMk/>
            <pc:sldMk cId="0" sldId="270"/>
            <ac:spMk id="22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1:01.806" v="15" actId="404"/>
          <ac:spMkLst>
            <pc:docMk/>
            <pc:sldMk cId="0" sldId="270"/>
            <ac:spMk id="23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1:01.806" v="15" actId="404"/>
          <ac:spMkLst>
            <pc:docMk/>
            <pc:sldMk cId="0" sldId="270"/>
            <ac:spMk id="24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1:01.806" v="15" actId="404"/>
          <ac:spMkLst>
            <pc:docMk/>
            <pc:sldMk cId="0" sldId="270"/>
            <ac:spMk id="27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1:01.806" v="15" actId="404"/>
          <ac:spMkLst>
            <pc:docMk/>
            <pc:sldMk cId="0" sldId="270"/>
            <ac:spMk id="28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1:01.806" v="15" actId="404"/>
          <ac:spMkLst>
            <pc:docMk/>
            <pc:sldMk cId="0" sldId="270"/>
            <ac:spMk id="29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1:10.521" v="17" actId="404"/>
          <ac:spMkLst>
            <pc:docMk/>
            <pc:sldMk cId="0" sldId="270"/>
            <ac:spMk id="31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1-29T03:41:10.521" v="17" actId="404"/>
          <ac:spMkLst>
            <pc:docMk/>
            <pc:sldMk cId="0" sldId="270"/>
            <ac:spMk id="32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4:35.299" v="216" actId="478"/>
          <ac:spMkLst>
            <pc:docMk/>
            <pc:sldMk cId="0" sldId="270"/>
            <ac:spMk id="34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4:35.299" v="216" actId="478"/>
          <ac:spMkLst>
            <pc:docMk/>
            <pc:sldMk cId="0" sldId="270"/>
            <ac:spMk id="35" creationId="{00000000-0000-0000-0000-000000000000}"/>
          </ac:spMkLst>
        </pc:spChg>
      </pc:sldChg>
      <pc:sldChg chg="delSp modSp mod">
        <pc:chgData name="Aggio, Carlos" userId="45a16e52-64c8-41e0-8b44-9f3cdbec7bb9" providerId="ADAL" clId="{20DB64F3-F6DE-540B-A4EB-F69FB8CB84DB}" dt="2026-02-05T10:36:04.465" v="243" actId="404"/>
        <pc:sldMkLst>
          <pc:docMk/>
          <pc:sldMk cId="0" sldId="271"/>
        </pc:sldMkLst>
        <pc:spChg chg="mod">
          <ac:chgData name="Aggio, Carlos" userId="45a16e52-64c8-41e0-8b44-9f3cdbec7bb9" providerId="ADAL" clId="{20DB64F3-F6DE-540B-A4EB-F69FB8CB84DB}" dt="2026-02-05T10:35:57.471" v="231" actId="1035"/>
          <ac:spMkLst>
            <pc:docMk/>
            <pc:sldMk cId="0" sldId="271"/>
            <ac:spMk id="4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6:00.895" v="241" actId="1035"/>
          <ac:spMkLst>
            <pc:docMk/>
            <pc:sldMk cId="0" sldId="271"/>
            <ac:spMk id="5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6:04.465" v="243" actId="404"/>
          <ac:spMkLst>
            <pc:docMk/>
            <pc:sldMk cId="0" sldId="271"/>
            <ac:spMk id="6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4:40.105" v="217" actId="478"/>
          <ac:spMkLst>
            <pc:docMk/>
            <pc:sldMk cId="0" sldId="271"/>
            <ac:spMk id="33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4:40.105" v="217" actId="478"/>
          <ac:spMkLst>
            <pc:docMk/>
            <pc:sldMk cId="0" sldId="271"/>
            <ac:spMk id="34" creationId="{00000000-0000-0000-0000-000000000000}"/>
          </ac:spMkLst>
        </pc:spChg>
      </pc:sldChg>
      <pc:sldChg chg="delSp modSp mod">
        <pc:chgData name="Aggio, Carlos" userId="45a16e52-64c8-41e0-8b44-9f3cdbec7bb9" providerId="ADAL" clId="{20DB64F3-F6DE-540B-A4EB-F69FB8CB84DB}" dt="2026-02-05T10:35:33.797" v="225" actId="1076"/>
        <pc:sldMkLst>
          <pc:docMk/>
          <pc:sldMk cId="0" sldId="272"/>
        </pc:sldMkLst>
        <pc:spChg chg="mod">
          <ac:chgData name="Aggio, Carlos" userId="45a16e52-64c8-41e0-8b44-9f3cdbec7bb9" providerId="ADAL" clId="{20DB64F3-F6DE-540B-A4EB-F69FB8CB84DB}" dt="2026-02-05T10:35:08.377" v="221" actId="1076"/>
          <ac:spMkLst>
            <pc:docMk/>
            <pc:sldMk cId="0" sldId="272"/>
            <ac:spMk id="4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5:13.221" v="222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5:05.290" v="220" actId="1076"/>
          <ac:spMkLst>
            <pc:docMk/>
            <pc:sldMk cId="0" sldId="272"/>
            <ac:spMk id="6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5:33.797" v="225" actId="1076"/>
          <ac:spMkLst>
            <pc:docMk/>
            <pc:sldMk cId="0" sldId="272"/>
            <ac:spMk id="25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5:33.797" v="225" actId="1076"/>
          <ac:spMkLst>
            <pc:docMk/>
            <pc:sldMk cId="0" sldId="272"/>
            <ac:spMk id="26" creationId="{00000000-0000-0000-0000-000000000000}"/>
          </ac:spMkLst>
        </pc:spChg>
        <pc:spChg chg="mod">
          <ac:chgData name="Aggio, Carlos" userId="45a16e52-64c8-41e0-8b44-9f3cdbec7bb9" providerId="ADAL" clId="{20DB64F3-F6DE-540B-A4EB-F69FB8CB84DB}" dt="2026-02-05T10:35:33.797" v="225" actId="1076"/>
          <ac:spMkLst>
            <pc:docMk/>
            <pc:sldMk cId="0" sldId="272"/>
            <ac:spMk id="27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4:47.537" v="218" actId="478"/>
          <ac:spMkLst>
            <pc:docMk/>
            <pc:sldMk cId="0" sldId="272"/>
            <ac:spMk id="28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4:47.537" v="218" actId="478"/>
          <ac:spMkLst>
            <pc:docMk/>
            <pc:sldMk cId="0" sldId="272"/>
            <ac:spMk id="29" creationId="{00000000-0000-0000-0000-000000000000}"/>
          </ac:spMkLst>
        </pc:spChg>
        <pc:spChg chg="del">
          <ac:chgData name="Aggio, Carlos" userId="45a16e52-64c8-41e0-8b44-9f3cdbec7bb9" providerId="ADAL" clId="{20DB64F3-F6DE-540B-A4EB-F69FB8CB84DB}" dt="2026-02-05T10:34:48.751" v="219" actId="478"/>
          <ac:spMkLst>
            <pc:docMk/>
            <pc:sldMk cId="0" sldId="272"/>
            <ac:spMk id="3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964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A100FF">
              <a:alpha val="18000"/>
            </a:srgbClr>
          </a:solidFill>
          <a:ln w="12700">
            <a:solidFill>
              <a:srgbClr val="A10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08415" y="640080"/>
            <a:ext cx="3017520" cy="3017520"/>
          </a:xfrm>
          <a:prstGeom prst="ellipse">
            <a:avLst/>
          </a:prstGeom>
          <a:solidFill>
            <a:srgbClr val="A100FF">
              <a:alpha val="12000"/>
            </a:srgbClr>
          </a:solidFill>
          <a:ln w="12700">
            <a:solidFill>
              <a:srgbClr val="A10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19695" y="2011680"/>
            <a:ext cx="4023360" cy="4023360"/>
          </a:xfrm>
          <a:prstGeom prst="ellipse">
            <a:avLst/>
          </a:prstGeom>
          <a:solidFill>
            <a:srgbClr val="E6D5FF">
              <a:alpha val="8000"/>
            </a:srgbClr>
          </a:solidFill>
          <a:ln w="12700">
            <a:solidFill>
              <a:srgbClr val="E6D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Operations transformation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positioning for the Project Harmony pursuit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2834640" cy="402336"/>
          </a:xfrm>
          <a:prstGeom prst="round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7764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working draft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6E8E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283" y="4141065"/>
            <a:ext cx="290662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draft for discussion.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"/>
            <a:ext cx="12191695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0739"/>
            <a:ext cx="3031139" cy="3976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36815" y="-194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 | Project Harmony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56421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 leadership is requesting an enterprise AI for Operations roadmap that goes beyond embedded ERP capabilities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46304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188720" cy="292608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80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52120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Harmony started as an SAP-led transformation with a small set of AI use cases on the implementation roadmap. The Chairman, CFO, CEO and CIO are now asking for a materially faster and broader AI agenda: AI that changes how STE plans, optimises and runs operations, not only how transactions are processed in SAP.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to define an Aura-equivalent roadmap for STE that links board ambition to a credible delivery plan, anchored in measurable outcomes and built to scale across Aerospace, Defence and Smart City solutions.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88720" cy="292608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911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point of 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270248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deliver pace and credibility, we propose a two-speed approach. First, a rapid framing sprint to align strategy, prioritise workflows and confirm data readiness. Second, a set of production-intent pilots that demonstrate value in weeks and create reusable patterns for scale.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 is a strong differentiator when the target is operational decision advantage. Foundry provides the data and digital twin foundation across SAP and non-SAP systems, and AIP enables agentic workflows that are grounded in real operational context.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554480"/>
            <a:ext cx="5379415" cy="14173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19672" y="1543971"/>
            <a:ext cx="48673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Operations Research (Chairman)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19672" y="1946307"/>
            <a:ext cx="4867351" cy="1828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19672" y="2035998"/>
            <a:ext cx="486735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decision advantage in supply chain, inventory and logistics through optimisation, simulation and AI-enabled planners. Start with spares and repairables where value is measurable and data is available.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3246120"/>
            <a:ext cx="5379415" cy="14173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9672" y="3235611"/>
            <a:ext cx="48673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Civil Aviation MRO (CEO)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19672" y="3637947"/>
            <a:ext cx="4867351" cy="1828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19672" y="3727638"/>
            <a:ext cx="486735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turnaround time and improve aircraft availability by improving work scoping, materials readiness and execution quality. Combine predictive insights with AI copilots for engineers and technicians.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4937760"/>
            <a:ext cx="5379415" cy="14173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19672" y="4927251"/>
            <a:ext cx="48673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IT Operations (CIO)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19672" y="5329587"/>
            <a:ext cx="4867351" cy="1828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19672" y="5419278"/>
            <a:ext cx="486735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ticket handling to agentic operations by grounding AIOps in a unified dependency and service model. Combine MyWizard automation with AIP agents for triage, change risk and remediation.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"/>
            <a:ext cx="12191695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1" y="8910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heard from STE leadership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36815" y="2723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 | Project Harmony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mandate spans board ambition, operational competitiveness and IT productivity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46304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764792"/>
            <a:ext cx="1417320" cy="347472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7904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Chairman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686968"/>
            <a:ext cx="89912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Research as a strategic differentiator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2025296"/>
            <a:ext cx="89912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STE to be a pioneer in AI-enabled optimisation and decision science for supply chain, inventory, logistics and warehousing in aerospace and defence contexts.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090672"/>
            <a:ext cx="1417320" cy="347472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1260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3012848"/>
            <a:ext cx="89912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Pace, investment and measurable outcomes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3351176"/>
            <a:ext cx="89912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acceleration and visible progress, with clear value cases and an investment profile that matches STE’s profitability and ambition.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4416552"/>
            <a:ext cx="1417320" cy="347472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4519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(Aerospace)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23160" y="4338728"/>
            <a:ext cx="89912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 of Civil Aviation MRO operations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23160" y="4677056"/>
            <a:ext cx="89912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AI to improve MRO competitiveness and customer outcomes, including turnaround time, aircraft availability, quality and engineering productivity.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577840"/>
            <a:ext cx="1109441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5742432"/>
            <a:ext cx="1417320" cy="347472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57778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5664608"/>
            <a:ext cx="89912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transformation of IT Operations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23160" y="6002936"/>
            <a:ext cx="89912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Seeks to modernise IT operations with AIOps and agents across infrastructure, applications and SDLC, integrated with the existing toolchain and governance.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"/>
            <a:ext cx="12191695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9436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Palantir is a differentiator in a SAP-led program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36815" y="274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 | Project Harmony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62356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enables standardised transactions, Palantir enables operational decision advantage across SAP and non-SAP environments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46304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32908" cy="242316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1764792"/>
            <a:ext cx="49208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SAP Business AI is strong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" y="2167128"/>
            <a:ext cx="4920844" cy="1828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2286000"/>
            <a:ext cx="492084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intelligence in standard processes, for example document understanding, workflow assistance, SAP Joule user experiences, and optimisation within specific modules.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suited when the workflow is largely inside SAP and the decision context is already modelled in the ERP.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0148" y="1600200"/>
            <a:ext cx="5432908" cy="242316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66180" y="1764792"/>
            <a:ext cx="49208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board ambition creates a gap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66180" y="2167128"/>
            <a:ext cx="4920844" cy="1828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66180" y="2286000"/>
            <a:ext cx="492084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Research and MRO outcomes require cross-system decisions: planning, execution, engineering data, IoT telemetry, supplier signals and real-world constraints.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gap emerges when optimisation and AI need an enterprise digital twin and an action layer that can influence multiple systems.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5432908" cy="2423160"/>
          </a:xfrm>
          <a:prstGeom prst="roundRect">
            <a:avLst/>
          </a:prstGeom>
          <a:solidFill>
            <a:srgbClr val="F8F2FF"/>
          </a:solidFill>
          <a:ln w="12700">
            <a:solidFill>
              <a:srgbClr val="E6D5FF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4672" y="4416552"/>
            <a:ext cx="49208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Palantir adds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" y="4818888"/>
            <a:ext cx="4920844" cy="1828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672" y="4937760"/>
            <a:ext cx="4920844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connects data across SAP and the wider ecosystem and builds an Ontology that represents how the business operates.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AIP enables agentic workflows that are grounded in that operational model, with security, lineage and auditability required for mission-critical use.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0148" y="4251960"/>
            <a:ext cx="5432908" cy="242316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66180" y="4416552"/>
            <a:ext cx="49208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Accenture brings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66180" y="4818888"/>
            <a:ext cx="4920844" cy="1828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66180" y="4937760"/>
            <a:ext cx="492084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 in aerospace, defence and smart city operations, plus global delivery at scale.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de-risk adoption through governance, change, and product operating models, and we industrialise pilots into repeatable capabilities across business units.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6099048"/>
            <a:ext cx="11094415" cy="384048"/>
          </a:xfrm>
          <a:prstGeom prst="roundRect">
            <a:avLst/>
          </a:prstGeom>
          <a:solidFill>
            <a:srgbClr val="7030A0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6137032"/>
            <a:ext cx="106372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hypothesis: Use SAP for core transactions and harmonised master data, and use Palantir as the decision and action layer for cross-domain operations and AI agents.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6E8E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"/>
            <a:ext cx="12191695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7678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 concept for AI for Operations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36815" y="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 | Project Harmony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34807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twin and governed action layer enables AI to operate safely across SAP and operational systems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46304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6583680" cy="658368"/>
          </a:xfrm>
          <a:prstGeom prst="roundRect">
            <a:avLst/>
          </a:prstGeom>
          <a:solidFill>
            <a:srgbClr val="F8F2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755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0360" y="17556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apps, copilots, planners and dashboards for OR, MRO and IT Ops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workflows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25786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Optimisation, simulation, alerting, and human-in-the-loop approvals embedded in operations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6583680" cy="658368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401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OR models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34015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Forecasting, predictive models, LLM tooling, and optimisation solvers with monitoring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224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digital twin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42245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operational model of assets, parts, work orders, flights, services and dependencies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6583680" cy="658368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5047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integration and governance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80360" y="50474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Connectors, quality, lineage, security and policy enforcement across domains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80960" y="1645920"/>
            <a:ext cx="396209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09560" y="1810512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systems and sources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01000" y="2194560"/>
            <a:ext cx="341345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SAP S/4HANA, EWM, PM and Finance (Project Harmony)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MRO execution, engineering and quality systems (hangar, line, component)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IoT and aircraft health, sensor and flight operations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Supplier, logistics and external risk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ITSM, monitoring, CMDB and DevSecOps toolchain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80960" y="4178807"/>
            <a:ext cx="3962095" cy="2044385"/>
          </a:xfrm>
          <a:prstGeom prst="roundRect">
            <a:avLst/>
          </a:prstGeom>
          <a:solidFill>
            <a:srgbClr val="F8F2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09560" y="4356416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platforms fit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09560" y="4727449"/>
            <a:ext cx="3504895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Business AI supports embedded process intelligence. Palantir Foundry and AIP provide the cross-domain digital twin and the agentic action layer that can influence multiple systems while remaining governed and auditable.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6E8E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0800000">
            <a:off x="9448495" y="0"/>
            <a:ext cx="2926080" cy="2926080"/>
          </a:xfrm>
          <a:prstGeom prst="triangle">
            <a:avLst/>
          </a:prstGeom>
          <a:solidFill>
            <a:srgbClr val="A100FF">
              <a:alpha val="80000"/>
            </a:srgbClr>
          </a:solidFill>
          <a:ln w="12700">
            <a:solidFill>
              <a:srgbClr val="A10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Research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optimisation and decision intelligence for supply chain, inventory, logistics and warehousing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6E8E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"/>
            <a:ext cx="12191695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1" y="68382"/>
            <a:ext cx="50769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driver tree | Operations Research (OR)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36815" y="4214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 | Project Harmony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where data is strong and value is measurable, then scale into network and multi-echelon optimisation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46304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69026" y="1645920"/>
            <a:ext cx="8653644" cy="566928"/>
          </a:xfrm>
          <a:prstGeom prst="round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51906" y="1737360"/>
            <a:ext cx="82878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operational service levels and cost through AI-enabled optimisation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70048"/>
            <a:ext cx="354573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3545738" cy="438912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7797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and forecast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273552"/>
            <a:ext cx="308853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Probabilistic demand forecasting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Scenario planning for disruptions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Capacity and labour planning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22978" y="2670048"/>
            <a:ext cx="354573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22978" y="2670048"/>
            <a:ext cx="3545738" cy="438912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60138" y="27797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inventory and network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1578" y="3273552"/>
            <a:ext cx="3088538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Spares safety stock optimisation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Repairables loop optimisation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allocation and expediting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97317" y="2670048"/>
            <a:ext cx="354573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97317" y="2670048"/>
            <a:ext cx="3545738" cy="438912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34477" y="27797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warehousing and logistics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5917" y="3273552"/>
            <a:ext cx="3088538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Warehouse slotting and picking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Transport routing and consolidation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Supplier risk and performance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5432908" cy="12344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5102352"/>
            <a:ext cx="497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 to validate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5413248"/>
            <a:ext cx="49299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 spares working capital by 5 to 15 percent while protecting readiness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 parts availability and fill rate by 2 to 5 points in priority lines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 expedite and premium freight by 10 to 20 percent through better allocation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0148" y="4937760"/>
            <a:ext cx="5432908" cy="12344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38748" y="5102352"/>
            <a:ext cx="497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workflows to tackle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84468" y="5393792"/>
            <a:ext cx="49299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Spares demand forecasting and safety stock governance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Repairable parts return and repair planning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Warehouse execution with productivity and quality control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Logistics planning with disruption scenarios and constraints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2544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hypotheses are directional and should be validated against STE baselines and constraints during the framing sprint.</a:t>
            </a:r>
            <a:endParaRPr lang="en-US" sz="950" dirty="0"/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3989B61F-D2B2-1F42-0769-17EDB7488A65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 rot="5400000">
            <a:off x="5867248" y="2441448"/>
            <a:ext cx="457200" cy="1"/>
          </a:xfrm>
          <a:prstGeom prst="bentConnector3">
            <a:avLst/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DD0D9A4B-A2A4-99FE-7011-882D62F80E65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rot="16200000" flipH="1">
            <a:off x="7754417" y="554279"/>
            <a:ext cx="457200" cy="3774338"/>
          </a:xfrm>
          <a:prstGeom prst="bentConnector3">
            <a:avLst/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E7C2C2C8-8F7F-C88A-7FF5-40E7CB052782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rot="5400000">
            <a:off x="3980079" y="554279"/>
            <a:ext cx="457200" cy="3774339"/>
          </a:xfrm>
          <a:prstGeom prst="bentConnector3">
            <a:avLst>
              <a:gd name="adj1" fmla="val 50000"/>
            </a:avLst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"/>
            <a:ext cx="12191695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9648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workflows and use cases | Operations Research (OR)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36815" y="17509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 | Project Harmony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a workflow slice that can be piloted quickly and extended to multi-echelon optimisation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46304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workflow slice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2087209" cy="713232"/>
          </a:xfrm>
          <a:prstGeom prst="roundRect">
            <a:avLst/>
          </a:prstGeom>
          <a:solidFill>
            <a:srgbClr val="F8F2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2185416"/>
            <a:ext cx="17580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Sense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402536"/>
            <a:ext cx="175802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Demand, flights, maintenance plans and supply signals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00441" y="2057400"/>
            <a:ext cx="208720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65033" y="2185416"/>
            <a:ext cx="17580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Forecast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65033" y="2402536"/>
            <a:ext cx="175802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demand and risk-adjusted consumption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52243" y="2057400"/>
            <a:ext cx="208720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6835" y="2185416"/>
            <a:ext cx="17580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Optimise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6835" y="2402536"/>
            <a:ext cx="175802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stock, allocation and repair planning decisions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04044" y="2057400"/>
            <a:ext cx="208720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68636" y="2185416"/>
            <a:ext cx="17580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Execute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68636" y="2402536"/>
            <a:ext cx="175802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Replenishment, picking, kitting and logistics actions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555846" y="2057400"/>
            <a:ext cx="208720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720438" y="2185416"/>
            <a:ext cx="17580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Learn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20438" y="2402536"/>
            <a:ext cx="175802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outcomes and improve model performance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331927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to prioritise for pilots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666744"/>
            <a:ext cx="354573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3666744"/>
            <a:ext cx="91440" cy="22402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3813048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Spares demand forecasting and safety stock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4215384"/>
            <a:ext cx="317997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probabilistic forecasts and recommend safety stock by location and asset criticality, with scenario sensitivity to fleet and maintenance plans.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4940288"/>
            <a:ext cx="3179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signals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5187176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Historical consumption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Fleet plan and schedules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 times and MOQ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322978" y="3666744"/>
            <a:ext cx="354573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22978" y="3666744"/>
            <a:ext cx="91440" cy="22402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51578" y="3813048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Repairables loop optimisation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51578" y="4215384"/>
            <a:ext cx="317997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the repairable parts cycle by predicting returns, planning repair capacity and reducing stock-outs and ageing inventory.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51578" y="4940288"/>
            <a:ext cx="3179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signals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51578" y="5187176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RMA and repair history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Shop capacity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Parts condition codes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97317" y="3666744"/>
            <a:ext cx="354573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097317" y="3666744"/>
            <a:ext cx="91440" cy="22402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25917" y="3813048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allocation and expediting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25917" y="4215384"/>
            <a:ext cx="317997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allocation of constrained parts across sites based on mission priority, customer commitments and cost, with guided expediting decisions.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25917" y="4940288"/>
            <a:ext cx="3179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signals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25917" y="5187176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Inventory positions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Demand priority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Transport costs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6E8E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0800000">
            <a:off x="9448495" y="0"/>
            <a:ext cx="2926080" cy="2926080"/>
          </a:xfrm>
          <a:prstGeom prst="triangle">
            <a:avLst/>
          </a:prstGeom>
          <a:solidFill>
            <a:srgbClr val="A100FF">
              <a:alpha val="80000"/>
            </a:srgbClr>
          </a:solidFill>
          <a:ln w="12700">
            <a:solidFill>
              <a:srgbClr val="A10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Aviation MRO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 improve work scoping, planning, execution quality and aircraft availability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6E8E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"/>
            <a:ext cx="12191695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992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driver tree | Civil Aviation MRO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36815" y="777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 | Project Harmony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697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 comes from better work scoping, materials readiness and execution discipline, not only analytics dashboards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46304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69026" y="1645920"/>
            <a:ext cx="8653644" cy="566928"/>
          </a:xfrm>
          <a:prstGeom prst="round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51906" y="1737360"/>
            <a:ext cx="82878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aircraft availability and reduce turnaround time with safe AI adoption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70048"/>
            <a:ext cx="354573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3545738" cy="438912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7797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and scope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273552"/>
            <a:ext cx="308853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Predictive maintenance and AOG risk </a:t>
            </a:r>
            <a:r>
              <a:rPr lang="en-US" sz="1050" i="1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 priority for ST – typically managed by Airliner)</a:t>
            </a:r>
            <a:endParaRPr lang="en-US" sz="1050" i="1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Non-routine repair likelihood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TAT prediction and risk</a:t>
            </a:r>
          </a:p>
          <a:p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1E2124"/>
                </a:solidFill>
                <a:latin typeface="Arial" pitchFamily="34" charset="0"/>
                <a:cs typeface="Arial" pitchFamily="34" charset="-120"/>
              </a:rPr>
              <a:t>Component services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22978" y="2670048"/>
            <a:ext cx="354573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22978" y="2670048"/>
            <a:ext cx="3545738" cy="438912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60138" y="27797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labour and materials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1578" y="3273552"/>
            <a:ext cx="308853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 package optimisation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Technician assignment and rostering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Parts kitting and staging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97317" y="2670048"/>
            <a:ext cx="354573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97317" y="2670048"/>
            <a:ext cx="3545738" cy="438912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34477" y="27797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and assure quality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5917" y="3273552"/>
            <a:ext cx="308853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Inspection assistance with CV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Engineer and technician copilots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Compliance documentation automation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5432908" cy="12344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5102352"/>
            <a:ext cx="497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 to validate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5364608"/>
            <a:ext cx="49299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 turnaround time by 5 to 12 percent through better planning and fewer stoppages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Increase on-time delivery and customer satisfaction through improved work risk visibility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 technician productivity by 3 to 8 percent through decision support and copilots</a:t>
            </a:r>
          </a:p>
          <a:p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 hangar utilization by 5 to 10 percent through optimized planning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0148" y="4937760"/>
            <a:ext cx="5432908" cy="12344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38748" y="5102352"/>
            <a:ext cx="497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workflows to tackle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84468" y="5364608"/>
            <a:ext cx="49299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 scoping and non-routine management from induction to release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Materials readiness and kitting, including substitutes and alternates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Hangar execution control, constraints and shift handovers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Quality, airworthiness and documentation for regulatory compliance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2544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use cases must be designed with safety and regulatory controls. Human-in-the-loop approvals are essential for engineering decisions.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6E8E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BFAF1D7A-AB87-4FE2-CF9A-C9D982B09309}"/>
              </a:ext>
            </a:extLst>
          </p:cNvPr>
          <p:cNvCxnSpPr>
            <a:cxnSpLocks/>
          </p:cNvCxnSpPr>
          <p:nvPr/>
        </p:nvCxnSpPr>
        <p:spPr>
          <a:xfrm rot="5400000">
            <a:off x="5867248" y="2441448"/>
            <a:ext cx="457200" cy="1"/>
          </a:xfrm>
          <a:prstGeom prst="bentConnector3">
            <a:avLst/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E6D5A319-BF4C-DE8D-C574-B5AE6BB320D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54417" y="554279"/>
            <a:ext cx="457200" cy="3774338"/>
          </a:xfrm>
          <a:prstGeom prst="bentConnector3">
            <a:avLst/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2C74AC47-5E4B-84F6-90F3-D5B3D62D495F}"/>
              </a:ext>
            </a:extLst>
          </p:cNvPr>
          <p:cNvCxnSpPr>
            <a:cxnSpLocks/>
          </p:cNvCxnSpPr>
          <p:nvPr/>
        </p:nvCxnSpPr>
        <p:spPr>
          <a:xfrm rot="5400000">
            <a:off x="3980079" y="554279"/>
            <a:ext cx="457200" cy="3774339"/>
          </a:xfrm>
          <a:prstGeom prst="bentConnector3">
            <a:avLst>
              <a:gd name="adj1" fmla="val 50000"/>
            </a:avLst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"/>
            <a:ext cx="12191695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9104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workflows and use cases | Civil Aviation MRO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26661" y="46688"/>
            <a:ext cx="24163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 | Project Harmony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9260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pilots that remove operational bottlenecks, support engineers and technicians, and improve material readiness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46304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workflow slice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2087209" cy="713232"/>
          </a:xfrm>
          <a:prstGeom prst="roundRect">
            <a:avLst/>
          </a:prstGeom>
          <a:solidFill>
            <a:srgbClr val="F8F2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2185416"/>
            <a:ext cx="17580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441448"/>
            <a:ext cx="175802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aircraft, history, configuration and constraints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00441" y="2057400"/>
            <a:ext cx="208720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65033" y="2185416"/>
            <a:ext cx="17580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Scope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65033" y="2441448"/>
            <a:ext cx="175802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and triage findings, plan non-routines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52243" y="2057400"/>
            <a:ext cx="208720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6835" y="2185416"/>
            <a:ext cx="17580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Plan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6835" y="2441448"/>
            <a:ext cx="175802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labour, bays, tools and parts readiness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04044" y="2057400"/>
            <a:ext cx="208720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68636" y="2185416"/>
            <a:ext cx="17580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Execute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68636" y="2441448"/>
            <a:ext cx="175802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work, capture evidence, manage exceptions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555846" y="2057400"/>
            <a:ext cx="208720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720438" y="2185416"/>
            <a:ext cx="17580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Release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20438" y="2441448"/>
            <a:ext cx="175802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Assure quality and compliance documentation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331927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to prioritise for pilots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666744"/>
            <a:ext cx="354573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3666744"/>
            <a:ext cx="91440" cy="22402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3813048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 prediction and execution risk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4215384"/>
            <a:ext cx="317997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turnaround time risk early and flag drivers such as parts gaps, labour constraints or expected non-routines, enabling proactive mitigation.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4872193"/>
            <a:ext cx="3179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signals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5119081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 package history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Parts availability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Shop capacity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322978" y="3666744"/>
            <a:ext cx="354573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22978" y="3666744"/>
            <a:ext cx="91440" cy="22402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51578" y="3813048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Non-routine triage and engineer copilot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51578" y="4215384"/>
            <a:ext cx="317997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 engineers to classify findings, propose repair pathways and surface similar historical cases, with approvals and auditability.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51578" y="4872193"/>
            <a:ext cx="3179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signals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51578" y="5119081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Inspection findings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Maintenance manuals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Historical repairs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97317" y="3666744"/>
            <a:ext cx="354573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097317" y="3666744"/>
            <a:ext cx="91440" cy="22402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25917" y="3813048"/>
            <a:ext cx="3179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readiness and substitutes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25917" y="4215384"/>
            <a:ext cx="317997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kitting actions and alternates. And identify late parts before they block critical path tasks, reducing stoppages.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25917" y="4872193"/>
            <a:ext cx="3179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signals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25917" y="5119081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BOM and task plans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Inventory and procurement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 times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0800000">
            <a:off x="9448495" y="0"/>
            <a:ext cx="2926080" cy="2926080"/>
          </a:xfrm>
          <a:prstGeom prst="triangle">
            <a:avLst/>
          </a:prstGeom>
          <a:solidFill>
            <a:srgbClr val="A100FF">
              <a:alpha val="80000"/>
            </a:srgbClr>
          </a:solidFill>
          <a:ln w="12700">
            <a:solidFill>
              <a:srgbClr val="A10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Operations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IT operations grounded in an enterprise service model and governed automation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6E8E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"/>
            <a:ext cx="12191695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9104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driver tree | IT Operations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36815" y="466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 | Project Harmony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828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 should be grounded (data and controls) before it is autonomous (actions) to protect stability and security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46304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69026" y="1645920"/>
            <a:ext cx="8653644" cy="566928"/>
          </a:xfrm>
          <a:prstGeom prst="round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51906" y="1737360"/>
            <a:ext cx="82878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IT reliability and reduce effort with governed agentic operations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70048"/>
            <a:ext cx="354573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3545738" cy="438912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7797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and contextualise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273552"/>
            <a:ext cx="308853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CMDB and dependency model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Anomaly detection and early warning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signals and exposure context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22978" y="2670048"/>
            <a:ext cx="354573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22978" y="2670048"/>
            <a:ext cx="3545738" cy="438912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60138" y="27797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and prioritise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1578" y="3273552"/>
            <a:ext cx="308853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Incident correlation and triage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 risk scoring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Problem root-cause narratives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97317" y="2670048"/>
            <a:ext cx="354573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97317" y="2670048"/>
            <a:ext cx="3545738" cy="438912"/>
          </a:xfrm>
          <a:prstGeom prst="roundRect">
            <a:avLst/>
          </a:prstGeom>
          <a:solidFill>
            <a:srgbClr val="E6D5FF"/>
          </a:solidFill>
          <a:ln w="12700">
            <a:solidFill>
              <a:srgbClr val="E6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34477" y="27797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and prevent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5917" y="3273552"/>
            <a:ext cx="308853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Auto-remediation runbooks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desk assistant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SDLC copilots and test automation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5432908" cy="12344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5102352"/>
            <a:ext cx="497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 to validate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5413248"/>
            <a:ext cx="49299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 MTTR by 20 to 40 percent through better correlation and guided remediation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 change failure rate by 10 to 25 percent through risk scoring and automation guardrails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 L1 ticket effort by 15 to 30 percent with a governed service desk assistant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0148" y="4937760"/>
            <a:ext cx="5432908" cy="12344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38748" y="5102352"/>
            <a:ext cx="49757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workflows to tackle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84468" y="5413248"/>
            <a:ext cx="49299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Incident detection, triage, correlation and resolution with approvals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 and release governance with AI-supported risk assessment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Problem management including root-cause analysis and prevention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SDLC productivity and quality with policy-compliant copilots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25449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IT operations should operate under explicit guardrails (approval policies, audit logging, and rollback paths) to protect service stability.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6E8E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2B98810D-8C68-6077-D980-3F571D3C327D}"/>
              </a:ext>
            </a:extLst>
          </p:cNvPr>
          <p:cNvCxnSpPr>
            <a:cxnSpLocks/>
          </p:cNvCxnSpPr>
          <p:nvPr/>
        </p:nvCxnSpPr>
        <p:spPr>
          <a:xfrm rot="5400000">
            <a:off x="5867248" y="2441448"/>
            <a:ext cx="457200" cy="1"/>
          </a:xfrm>
          <a:prstGeom prst="bentConnector3">
            <a:avLst/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B75C0B2E-66A2-9C5D-5CEA-D479AB23B9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54417" y="554279"/>
            <a:ext cx="457200" cy="3774338"/>
          </a:xfrm>
          <a:prstGeom prst="bentConnector3">
            <a:avLst/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AD98D8BF-0DD5-5681-9D5B-FDE26D48958F}"/>
              </a:ext>
            </a:extLst>
          </p:cNvPr>
          <p:cNvCxnSpPr>
            <a:cxnSpLocks/>
          </p:cNvCxnSpPr>
          <p:nvPr/>
        </p:nvCxnSpPr>
        <p:spPr>
          <a:xfrm rot="5400000">
            <a:off x="3980079" y="554279"/>
            <a:ext cx="457200" cy="3774339"/>
          </a:xfrm>
          <a:prstGeom prst="bentConnector3">
            <a:avLst>
              <a:gd name="adj1" fmla="val 50000"/>
            </a:avLst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"/>
            <a:ext cx="12191695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9104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IT Operations blueprint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36815" y="2723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 | Project Harmony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 governed IT digital twin with automation and agents to reduce MTTR and prevent repeat incidents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46304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4023360" cy="475488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“agentic IT Ops” means in practice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3566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are not a replacement for governance. They are a way to automate repeatable work while keeping humans responsible for approval, risk and escalation.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credible path starts with grounding, then controlled automation, then autonomous execution for low-risk runbooks.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combination of MyWizard and Palantir AIP enables both orchestration and operational grounding, with an audit trail that IT risk teams can validate.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498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focus areas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818888"/>
            <a:ext cx="3520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Incident correlation and triage with dependency context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 risk scoring before deployments and releases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Auto-remediation for top repeat incidents using governed runbooks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1645920"/>
            <a:ext cx="656813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0" y="1783080"/>
            <a:ext cx="6110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and product teams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2084832"/>
            <a:ext cx="61109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 and SRE teams, service owners, app teams and IT risk management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74920" y="2971800"/>
            <a:ext cx="6568135" cy="1143000"/>
          </a:xfrm>
          <a:prstGeom prst="roundRect">
            <a:avLst/>
          </a:prstGeom>
          <a:noFill/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0" y="3108960"/>
            <a:ext cx="6110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orchestration and grounding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3410712"/>
            <a:ext cx="61109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MyWizard for workflow automation and governance, AIP agents grounded in an IT Ontology for context-aware reasoning and action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4297680"/>
            <a:ext cx="656813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5303520" y="4434840"/>
            <a:ext cx="6110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of record and telemetry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4736592"/>
            <a:ext cx="61109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ServiceNow, CMDB, observability tooling, security signals, CI/CD and code repositories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74920" y="5566166"/>
            <a:ext cx="6568135" cy="82296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0" y="5626670"/>
            <a:ext cx="6110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and controls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5919278"/>
            <a:ext cx="61109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access, approval checkpoints, runbook policy, audit trail, model monitoring and safety controls for production deployment.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57820" y="2787752"/>
            <a:ext cx="402336" cy="201168"/>
          </a:xfrm>
          <a:prstGeom prst="downArrow">
            <a:avLst/>
          </a:prstGeom>
          <a:solidFill>
            <a:srgbClr val="C9CDD4"/>
          </a:solidFill>
          <a:ln w="12700">
            <a:solidFill>
              <a:srgbClr val="C9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57820" y="4123360"/>
            <a:ext cx="402336" cy="201168"/>
          </a:xfrm>
          <a:prstGeom prst="downArrow">
            <a:avLst/>
          </a:prstGeom>
          <a:solidFill>
            <a:srgbClr val="C9CDD4"/>
          </a:solidFill>
          <a:ln w="12700">
            <a:solidFill>
              <a:srgbClr val="C9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"/>
            <a:ext cx="12191695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9104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to an Aura-equivalent AI for Operations program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36815" y="354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 | Project Harmony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quickly, pilot with production intent, then scale through a repeatable AI product operating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46304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094415" cy="5486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3698138" cy="548640"/>
          </a:xfrm>
          <a:prstGeom prst="rect">
            <a:avLst/>
          </a:prstGeom>
          <a:solidFill>
            <a:srgbClr val="A100FF">
              <a:alpha val="30000"/>
            </a:srgbClr>
          </a:solidFill>
          <a:ln w="12700">
            <a:solidFill>
              <a:srgbClr val="E6E8E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3423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to 8 weeks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Operations framing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46778" y="1645920"/>
            <a:ext cx="3698138" cy="548640"/>
          </a:xfrm>
          <a:prstGeom prst="rect">
            <a:avLst/>
          </a:prstGeom>
          <a:solidFill>
            <a:srgbClr val="F5F6F8"/>
          </a:solidFill>
          <a:ln w="12700">
            <a:solidFill>
              <a:srgbClr val="E6E8E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3938" y="1737360"/>
            <a:ext cx="3423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to 20 weeks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Pilots with production intent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44917" y="1645920"/>
            <a:ext cx="3698138" cy="548640"/>
          </a:xfrm>
          <a:prstGeom prst="rect">
            <a:avLst/>
          </a:prstGeom>
          <a:solidFill>
            <a:srgbClr val="F5F6F8"/>
          </a:solidFill>
          <a:ln w="12700">
            <a:solidFill>
              <a:srgbClr val="E6E8E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82077" y="1737360"/>
            <a:ext cx="3423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to 18 months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and industrialise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423160"/>
            <a:ext cx="3533546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560320"/>
            <a:ext cx="31677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739112"/>
            <a:ext cx="316778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Board-ready vision and value thesis, prioritised workflow portfolio, data readiness assessment, and a pilot backlog with clear success measures.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516352"/>
            <a:ext cx="31677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726664"/>
            <a:ext cx="31677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and investment case aligned to Project Harmony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46778" y="2423160"/>
            <a:ext cx="3533546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29658" y="2560320"/>
            <a:ext cx="31677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29658" y="2739112"/>
            <a:ext cx="316778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to three pilots across OR, MRO and IT Ops, built on a common data and ontology foundation. Each pilot designed for operational adoption, not only demonstration.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29658" y="3516352"/>
            <a:ext cx="31677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29658" y="3726664"/>
            <a:ext cx="31677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products in controlled production environments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944917" y="2423160"/>
            <a:ext cx="3533546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27797" y="2560320"/>
            <a:ext cx="31677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27797" y="2739112"/>
            <a:ext cx="316778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additional workflows and business units, establish an AI for Operations factory, strengthen governance, and embed continuous improvement.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27797" y="3516352"/>
            <a:ext cx="31677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27797" y="3726664"/>
            <a:ext cx="31677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patterns and a portfolio managed like products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11094415" cy="160020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44988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enablers that must start in parallel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4828032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governance, risk and compliance aligned to safety and defence requirements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product ownership, master data strategy and quality management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Operating model for AI products, including adoption, training and change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Platform engineering and security for controlled agent deployment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6E8E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"/>
            <a:ext cx="12191695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9648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Accenture brings to the table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36815" y="-1949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 | Project Harmony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59339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combined capability of domain expertise, Palantir platform delivery and enterprise-scale transformation execution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46304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51525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3515258" cy="10972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and functional expertise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267712"/>
            <a:ext cx="305805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Aerospace and defence operations SMEs, MRO engineering and planning specialists, and operations research practitioners.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translate board ambition into workflows, role changes, process controls and measurable outcomes.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133088"/>
            <a:ext cx="30580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play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407408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Aviation MRO process and regulatory context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Supply chain optimisation and simulation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excellence and performance management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" y="5532120"/>
            <a:ext cx="3112922" cy="749808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5715000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38218" y="1645920"/>
            <a:ext cx="351525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38218" y="1645920"/>
            <a:ext cx="3515258" cy="10972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66818" y="182880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Palantir Business Group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66818" y="2267712"/>
            <a:ext cx="305805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engineering, Foundry Ontology design, AIP agent patterns, and accelerators that reduce time to value.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bring delivery methods and reusable assets from cross-industry implementations.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66818" y="4133088"/>
            <a:ext cx="30580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play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66818" y="4407408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Foundry data integration and governance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Ontology and workflow application design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AIP agent architecture and safety controls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39386" y="5532120"/>
            <a:ext cx="3112922" cy="749808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39386" y="5715000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delivery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7797" y="1645920"/>
            <a:ext cx="351525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27797" y="1645920"/>
            <a:ext cx="3515258" cy="10972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56397" y="182880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Industrialisation and change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56397" y="2267712"/>
            <a:ext cx="305805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program delivery, cloud and security engineering, and adoption support to move from pilots to production at scale.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integrate with Project Harmony cadence and protect business continuity.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56397" y="4133088"/>
            <a:ext cx="30580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play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56397" y="4407408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operating model and value tracking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MyWizard automation and DevSecOps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Training, governance and managed services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28965" y="5532120"/>
            <a:ext cx="3112922" cy="749808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28965" y="5715000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and adoption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6E8E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"/>
            <a:ext cx="12191695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4992" y="7315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36814" y="91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Engineering | Project Harmony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39" y="585216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discovery series to lock scope, data access and executive sponsorship before proposing the roadmap and pilots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463040" cy="5486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5852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sequence (two weeks)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212848"/>
            <a:ext cx="5394960" cy="960120"/>
          </a:xfrm>
          <a:prstGeom prst="roundRect">
            <a:avLst/>
          </a:prstGeom>
          <a:solidFill>
            <a:srgbClr val="F8F2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3591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1: Executive intent and success measures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61518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board ambition, decision owners, and the KPIs that will define success across OR, MRO and IT Ops.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355848"/>
            <a:ext cx="5394960" cy="9601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5021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2: Workflow deep dives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75818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leading workflows, current pain points, and the decisions that need better data, optimisation or AI assistance.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498848"/>
            <a:ext cx="5394960" cy="9601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6451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3: Data, platform and security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90118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system landscape, data access, classification constraints and hosting preferences. Align on a reference architecture.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5641848"/>
            <a:ext cx="5394960" cy="9601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57881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4: Pilot selection and mobilisation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604418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a small set of pilots and agree scope, timelines, and joint teams. Align on governance and adoption plan.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1645920"/>
            <a:ext cx="4876495" cy="475488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95160" y="1810512"/>
            <a:ext cx="4419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required from STE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2194560"/>
            <a:ext cx="4373575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Named executive sponsors for OR, MRO and IT Ops and their delegated working teams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Initial system landscape and key data owners (SAP, MRO systems, ITSM, telemetry)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Baseline KPIs and pain points (inventory, TAT, availability, incidents, change success)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and compliance constraints, including data classification and hosting preferences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to a small, representative data extract for rapid prototyping (if approved)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4242621"/>
            <a:ext cx="4419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78039" y="4290287"/>
            <a:ext cx="4144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of next interaction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4580949"/>
            <a:ext cx="4144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on discovery scope and a draft storyboard for CIO and board communication.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2948</Words>
  <Application>Microsoft Macintosh PowerPoint</Application>
  <PresentationFormat>Widescreen</PresentationFormat>
  <Paragraphs>340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ST Engineering | AI for Operations</dc:subject>
  <dc:creator>Accenture</dc:creator>
  <cp:lastModifiedBy>Aggio, Carlos</cp:lastModifiedBy>
  <cp:revision>2</cp:revision>
  <dcterms:created xsi:type="dcterms:W3CDTF">2026-01-27T09:10:25Z</dcterms:created>
  <dcterms:modified xsi:type="dcterms:W3CDTF">2026-02-05T11:15:53Z</dcterms:modified>
</cp:coreProperties>
</file>