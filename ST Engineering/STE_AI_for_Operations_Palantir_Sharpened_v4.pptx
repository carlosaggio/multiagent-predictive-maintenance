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2000" cy="141732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640080"/>
            <a:ext cx="3017520" cy="301752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2011680"/>
            <a:ext cx="4023360" cy="4023360"/>
          </a:xfrm>
          <a:prstGeom prst="rect">
            <a:avLst/>
          </a:prstGeom>
          <a:solidFill>
            <a:srgbClr val="E6D5FF"/>
          </a:solidFill>
          <a:ln>
            <a:solidFill>
              <a:srgbClr val="E6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AI for Operations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6D5FF"/>
                </a:solidFill>
                <a:latin typeface="Calibri"/>
              </a:rPr>
              <a:t>Internal positioning for the Project Harmony pursuit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Internal working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Confidential draft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Board mandate: accelerate enterprise AI for Operations beyond SAP-embedded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1430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>
                <a:solidFill>
                  <a:srgbClr val="1E2124"/>
                </a:solidFill>
                <a:latin typeface="Calibri"/>
              </a:rPr>
              <a:t>• Project Harmony remains SAP-led, but leadership wants AI that changes planning, optimisation, and execution decisions, not only transaction efficiency.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>
                <a:solidFill>
                  <a:srgbClr val="1E2124"/>
                </a:solidFill>
                <a:latin typeface="Calibri"/>
              </a:rPr>
              <a:t>• Start where value and data are strongest in Commercial Aerospace: Component Services and MBH, critical spares and repairables planning, hangar slot and manpower optimisation.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>
                <a:solidFill>
                  <a:srgbClr val="1E2124"/>
                </a:solidFill>
                <a:latin typeface="Calibri"/>
              </a:rPr>
              <a:t>• Deliver fast using a two-speed approach: 2-week decision and data framing, then 10 to 12-week production-intent pilots.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>
                <a:solidFill>
                  <a:srgbClr val="1E2124"/>
                </a:solidFill>
                <a:latin typeface="Calibri"/>
              </a:rPr>
              <a:t>• Use SAP for core transactions and master data. Use Palantir Foundry to build an enterprise operations digital twin and Palantir AIP to run governed, audit-ready agent workflows with controlled write-back to SAP.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 Engineering Aerospace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Why Aerospace is the best launchpad for AI for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>
                <a:solidFill>
                  <a:srgbClr val="1E2124"/>
                </a:solidFill>
                <a:latin typeface="Calibri"/>
              </a:rPr>
              <a:t>• Scale and complexity: large airframe MRO and a global network across Asia Pacific, the U.S. and Europe.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>
                <a:solidFill>
                  <a:srgbClr val="1E2124"/>
                </a:solidFill>
                <a:latin typeface="Calibri"/>
              </a:rPr>
              <a:t>• Component Services includes repair and overhaul, pooling and loan exchange, parts distribution, and comprehensive Maintenance-by-the-Hour (MBH) programmes.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600">
                <a:solidFill>
                  <a:srgbClr val="1E2124"/>
                </a:solidFill>
                <a:latin typeface="Calibri"/>
              </a:rPr>
              <a:t>• Digital momentum: new hangar capacity and smart facility investments create a forcing function for integrated planning and paperless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0073"/>
                </a:solidFill>
                <a:latin typeface="Calibri"/>
              </a:rPr>
              <a:t>Externally stated differentiators to leverage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World’s largest commercial airframe MRO service provider and more than 14,000 aircraft serviced (company stated).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Component Services: authorised service centre for more than 20 OEMs and global facilities to support AOG response (company stated).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MBH programmes include component health monitoring and logistics services (company stated in releases and offerings).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we heard from 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Leadership intent and where the business team sees immediate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Chairman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124"/>
                </a:solidFill>
                <a:latin typeface="Calibri"/>
              </a:rPr>
              <a:t>AI for Operations Research as a strategic differentiator for supply chain, inventory, logistics, and warehousing.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124"/>
                </a:solidFill>
                <a:latin typeface="Calibri"/>
              </a:rPr>
              <a:t>Pace and measurable outcomes. Visible progress and a credible investment profile.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CEO (Aerospace)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124"/>
                </a:solidFill>
                <a:latin typeface="Calibri"/>
              </a:rPr>
              <a:t>AI to improve MRO competitiveness: turnaround time, on-time delivery, quality, and engineering productivity.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9659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124"/>
                </a:solidFill>
                <a:latin typeface="Calibri"/>
              </a:rPr>
              <a:t>Agentic IT Operations integrated to the existing toolchain and governance.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0073"/>
                </a:solidFill>
                <a:latin typeface="Calibri"/>
              </a:rPr>
              <a:t>Account team inputs to sharpen the priority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Component Services division and MBH: flying-hours based revenue and component availability are high-leverage, but parts of the process still rely on Excel and manual rules.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Hangar utilisation: planners need a full view of events per hangar and manpower, plus re-planning when aircraft arrival dates shift or non-routines expand.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Critical spares: balancing AOG readiness against overstock, with rapid fleet mix changes (example: A330 to Boeing) driving variability.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AI leadership looks like in MRO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Leaders are building TechOps platforms and decision products, not isolated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Platform pattern: Airbus Skywise connects in-flight, engineering, and operations data across the aviation ecosystem and is powered by Palantir Foundry (publicly described).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MRO planning optimisation is productised: Lufthansa Technik's AVIATAR ecosystem includes maintenance planning optimisation offerings and MRO management dashboards.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400">
                <a:solidFill>
                  <a:srgbClr val="1E2124"/>
                </a:solidFill>
                <a:latin typeface="Calibri"/>
              </a:rPr>
              <a:t>• Regulatory direction is governance-heavy: EASA AI Roadmap and FAA AI safety assurance roadmap emphasise risk-based, human-centric deployment and traceability.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0073"/>
                </a:solidFill>
                <a:latin typeface="Calibri"/>
              </a:rPr>
              <a:t>Implication for STE: build a governed operations digital twin and embed decisions into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124"/>
                </a:solidFill>
                <a:latin typeface="Calibri"/>
              </a:rPr>
              <a:t>This is the gap between transaction AI (within SAP) and operational decision advantage (across hangar, component shops, logistics, and customers).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Palantir in a SAP-led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SAP runs transactions. Palantir turns cross-system operational context into decisions and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Where SAP Business AI is strong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Embedded assistance inside standard SAP processes (for example document understanding, workflow help, transactional copilots).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Optimisation within specific SAP modules when the decision context is fully represented in the ERP.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Where STE's ambition creates a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Operational decisions span SAP plus MRO execution systems, engineering content, flight-hour signals, customer portals, and Excel-based rules.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Optimisation needs a digital twin of bays, tasks, parts, skills, constraints, and SLAs, plus the ability to drive action across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What Palantir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Foundry: integrates SAP and non-SAP data and builds an Ontology that represents aircraft, checks, components, spares, labour, and contracts as operational objects.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AIP: deploys agents and copilots grounded in that operational model, with permissions, lineage, and auditability that support mission-critical use.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Write-back patterns: governed actions back to SAP and operational systems so recommendations become executed decisions, not 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Reference architecture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An operations digital twin plus governed action layer enables safe AI across SAP and MRO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Core building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Ontology digital twin: Aircraft, Check Event, Work Package, Task, Bay, Skill and Certification, Component, Inventory Position, PO and PR, RMA, Contract, Flying Hours.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Decision services: forecasting, optimisation, simulation, and policy checks, with monitoring and feedback loops.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Operational apps: role-based planning workbenches, exception queues, and controlled write-back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Connected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SAP S/4HANA and EWM, PM/MRO work management, finance, procurement.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MRO execution, planning, engineering and quality systems used in hangar, line, and component shops.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Customer and airline data feeds: flying hours, reliability signals, AOG events, portal transactions.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IoT and shop floor telemetry where available (test benches, tooling, inspections).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Security and governance requirements baked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Row-level security and segregation for customer data, defence-linked data, and commercial sensitivity.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Approval workflows for model changes and for high-impact write-back actions.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Audit trail for recommendations, overrides, and executed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18320" y="0"/>
            <a:ext cx="2743200" cy="27432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Operations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D5FF"/>
                </a:solidFill>
                <a:latin typeface="Calibri"/>
              </a:rPr>
              <a:t>AI-enabled optimisation and decision intelligence for planning, spares, logistics, and commercial commitments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OR: decision flows to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Make commitments and plans that stay feasible under variability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Observed workflow chain (from account team)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Commercial pipeline: marketing engages airlines for C-check and D-check events, then hands off to planners.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Slot and capacity planning: monthly view of hangar bays and manpower, including contractor augmentation.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Parts and component readiness: ensure kits and critical parts are available at the right time, or decide expediting and alternates.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Variability management: aircraft arrival shifts, non-routine expansion, and late parts require re-planning and sometimes PO holds.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OR pilots should focus on decision products, not only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MBH revenue and component availability decision engine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Critical spares and repairables planner workbench with re-optimisation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Hangar slot, manpower, and material optimiser for one base, then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OR pilot 1: MBH revenue and component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Turn flying hours and component operations into an auditable revenue and margin control tower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Current pain (as heard)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Flying hours and billing logic managed in Excel with manual rules and reconciliation.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Limited visibility into revenue leakage, dispute drivers, and profitability by contract, fleet, and component family.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Slow feedback loop between usage signals and component pool positioning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Palantir 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Ingest flying-hour feeds, contract terms, component movements, repairs, and health indicators into a single contract and component ontology.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Implement a versioned contract rules engine with audit trail, exceptions queue, and automated invoice pack generation.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AIP agent to explain variances, flag anomalies, and recommend actions such as pool adjustments, repair prioritisation, and dispute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Measurable outcomes to baseline and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Billing cycle time and dispute volume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Revenue leakage detection and correction time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Component availability and AOG response performance under MBH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Contract margin drivers: repair cost, logistics, pooling, and expediting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OR pilot 2: critical spares and repairables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Upgrade the spare parts planner role with forecasting, optimisation, and guided re-planning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Decisions to automate and govern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What to buy, repair, loan, or exchange and when, based on check schedules and risk-adjusted demand.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When to expedite, substitute, or reallocate constrained parts across bays and shops.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When to hold or cancel purchase actions if aircraft arrival shifts, and how to redeploy inventory to avoid excess stock.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Palantir 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Single-base digital twin first: inventory, POs, lead times, kitting demands, repair pipeline, and shop capacity.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Forecast demand using maintenance plans and historical consumption, then optimise safety stock and repair routing under constraints.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Exception workbench for planners with recommended actions and SAP write-back options (PR, PO, MRP parameter updates).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Scale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Part 1: one location, one fleet family, one critical component family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Part 2: connect the global network for multi-site pooling, allocation, and repair routing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OR pilot 3: hangar slot and manpower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Optimise hangar utilisation and on-time delivery with robust schedules and rapid re-planning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Planner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Monthly slot plans require a consolidated view of bays, labour, certifications, and expected work scope.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High variability: aircraft arrival delays, non-routine work growth, and late parts create cascading schedule impacts.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Subcontractor use and shift handovers add execution constraints that are hard to model in spreadsheets.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Palantir 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Build a capacity digital twin: bays, work packages, task networks, skills and cert constraints, tool and parts readiness.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Deploy optimisation services (heuristics and CP-SAT style constraint models) and scenario planning to propose robust schedules with buffers.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Event-driven re-planning loop that proposes feasible alternatives when aircraft arrival dates shift or parts become 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Success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Hangar utilisation and bay idle time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On-time delivery and turnaround time variance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Overtime, subcontractor cost, and last-minute expediting due to plan instability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18320" y="0"/>
            <a:ext cx="2743200" cy="27432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Civil Aviation MRO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D5FF"/>
                </a:solidFill>
                <a:latin typeface="Calibri"/>
              </a:rPr>
              <a:t>AI to reduce turnaround time, improve materials readiness, and increase engineering productivity with safety controls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MRO: value drivers to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Competitive advantage comes from execution discipline and materials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Reduce stoppages: late parts, missing tooling, missing certifications, and slow non-routine decisions.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Improve plan quality: risk-adjusted TAT prediction, buffers, and early mitigation actions.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Increase engineering throughput: triage, knowledge retrieval, and documentation automation with audit trail.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Maintain aviation-grade controls: human approvals, traceability, and controlled model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0073"/>
                </a:solidFill>
                <a:latin typeface="Calibri"/>
              </a:rPr>
              <a:t>MRO pilots should prioritise what planners and engineers touch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TAT risk and execution control tower grounded in parts and labour reality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Non-routine triage and engineer copilot with retrieval over manuals and historical cases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Parts readiness and alternates to protect the critical path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MRO pilot 1: TAT prediction and execution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Early-warning and mitigation for each check event, linked to actionable 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Build a risk model that planners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Predict expected man-hours and non-routine probability by check type, fleet, age, and prior findings.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Quantify risk drivers: parts ETA, repair shop capacity, labour and cert constraints, bay congestion.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Provide explainable outputs and confidence ranges, not only point estimates.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Operationalise the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Event-level control tower: milestones, blockers, and critical path tasks with status and ownership.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Mitigation actions: re-sequence tasks, pull contractors, reallocate parts, trigger expediting, or adjust bay plan.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AIP agent to answer: 'Why is this check slipping?' and 'What should we do next?' with links to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MRO pilot 2: non-routine triage and engineer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Speed up engineering decisions while improving consistency and auditability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What the copilot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Classifies findings, proposes likely repair pathways, and surfaces similar historical cases and dispositions.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Retrieves the correct manual procedures and constraints (AMM, CMM, SRM), with version control.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Drafts structured work instructions, parts and tool needs, and a compliance evidence checklist.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Controls and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Human approval required for repair disposition and any change to work scope.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All suggestions are traceable to sources, with decision logs and override reasons captured.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Model updates follow approval workflows and validation test sets.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MRO pilot 3: parts readiness and substitutes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Protect the critical path with kitting discipline and fast alternates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Core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Critical path parts list by check event and task network, linked to inventory and procurement status.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Early warning on late parts with recommended expediting, substitution, or reallocation actions.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Guided decisions for PO holds and inventory redeployment when aircraft arrival dates shift.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Why Palantir helps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Ontology links tasks, parts, alternates, approvals, and procurement actions across systems.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AIP agent supports exception handling, but every action is permissioned and auditable.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Write-back options to SAP EWM and procurement close the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18320" y="0"/>
            <a:ext cx="2743200" cy="27432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D5FF"/>
                </a:solidFill>
                <a:latin typeface="Calibri"/>
              </a:rPr>
              <a:t>Agentic IT Operations grounded in an enterprise service model and governed automation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IT Operations: lower priority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Focus on governance-first agentic operations (parallel workstream)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Ground AIOps in a unified dependency and service model (CMDB plus telemetry plus change history).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Use MyWizard for orchestration and automation. Use Palantir AIP agents for triage, change risk narratives, and controlled remediation actions.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Start with guided workflows and approvals, then expand autonomy for low-risk runbooks.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Roadmap to an AI for Operations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Frame quickly, pilot with production intent, then scale across the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0073"/>
                </a:solidFill>
                <a:latin typeface="Calibri"/>
              </a:rPr>
              <a:t>0 to 8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Decision and workflow deep dives (OR and MRO)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Data readiness and security constraints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Pilot backlog and value model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0073"/>
                </a:solidFill>
                <a:latin typeface="Calibri"/>
              </a:rPr>
              <a:t>8 to 20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2 to 3 production-intent pilots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Common ontology foundation and integration to SAP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Adoption in one base and one component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0073"/>
                </a:solidFill>
                <a:latin typeface="Calibri"/>
              </a:rPr>
              <a:t>6 to 18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1168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Scale to multi-site pooling and network optimisation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Extend decision products to additional fleets and shops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Establish AI product operating model and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Wave structure for Aerospace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Wave 1: single base improvement in MBH control tower, critical spares planning, and hangar slot optimisation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Wave 2: connect the global network for allocation, pooling, repair routing, and cross-site load balancing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Lock scope, data access, and executive sponsorship before proposing pilots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Proposed discovery sequence (2 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Session 1: executive intent, decision owners, and success measures for OR and MRO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Session 2: workflow deep dives (MBH, spares planning, hangar slot planning, non-routine management)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Session 3: data and system landscape (SAP, MRO systems, MBH portal, Excel rules), security and hosting constraints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Session 4: pilot selection, team mobilisation, and delivery cadence aligned to Project Harmony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60073"/>
                </a:solidFill>
                <a:latin typeface="Calibri"/>
              </a:rPr>
              <a:t>Inputs required from 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Named sponsors and working teams for component services, planning, supply chain, and hangar operations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Baseline KPIs: TAT, on-time delivery, hangar utilisation, inventory turns, expedite spend, MBH billing cycle time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Initial data extract approval: one base, one fleet family, one component family, and contract rule samples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Security and compliance constraints for customer data segregation and defence-linked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460073"/>
          </a:solidFill>
          <a:ln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"/>
            <a:ext cx="12192000" cy="54864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Appendix: public 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457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ST Engineering | Project Harmony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60073"/>
                </a:solidFill>
                <a:latin typeface="Calibri"/>
              </a:rPr>
              <a:t>Relevant public references that support the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ST Engineering states it is the world’s largest commercial airframe MRO service provider and has serviced more than 14,000 aircraft.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ST Engineering Component Services includes MBH programmes and an integrated digital customer portal, plus authorised service centre status for more than 20 OEMs.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Palantir and Airbus expanded in 2017 to create Skywise, connecting in-flight, engineering, and operations data in a secure ecosystem.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Lufthansa Technik positions AVIATAR as a digital platform for airlines and MROs, including maintenance planning optimisation offerings.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>
                <a:solidFill>
                  <a:srgbClr val="1E2124"/>
                </a:solidFill>
                <a:latin typeface="Calibri"/>
              </a:rPr>
              <a:t>• EASA and FAA have published AI roadmaps emphasising safety assurance, traceability, and incremental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